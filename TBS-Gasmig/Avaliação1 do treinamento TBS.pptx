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F688E4-332E-4E98-B62C-6E8825FBCD3F}" v="15" dt="2026-02-06T17:07:51.2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ANO DAVID CORREA" userId="S::e01513e@gasmig.com.br::91016846-1270-4955-bab2-6a69f09d6e93" providerId="AD" clId="Web-{1AF688E4-332E-4E98-B62C-6E8825FBCD3F}"/>
    <pc:docChg chg="modSld">
      <pc:chgData name="LUCIANO DAVID CORREA" userId="S::e01513e@gasmig.com.br::91016846-1270-4955-bab2-6a69f09d6e93" providerId="AD" clId="Web-{1AF688E4-332E-4E98-B62C-6E8825FBCD3F}" dt="2026-02-06T17:07:51.298" v="14" actId="1076"/>
      <pc:docMkLst>
        <pc:docMk/>
      </pc:docMkLst>
      <pc:sldChg chg="modSp">
        <pc:chgData name="LUCIANO DAVID CORREA" userId="S::e01513e@gasmig.com.br::91016846-1270-4955-bab2-6a69f09d6e93" providerId="AD" clId="Web-{1AF688E4-332E-4E98-B62C-6E8825FBCD3F}" dt="2026-02-06T16:51:25.249" v="7" actId="14100"/>
        <pc:sldMkLst>
          <pc:docMk/>
          <pc:sldMk cId="4287020993" sldId="256"/>
        </pc:sldMkLst>
        <pc:picChg chg="mod">
          <ac:chgData name="LUCIANO DAVID CORREA" userId="S::e01513e@gasmig.com.br::91016846-1270-4955-bab2-6a69f09d6e93" providerId="AD" clId="Web-{1AF688E4-332E-4E98-B62C-6E8825FBCD3F}" dt="2026-02-06T16:51:25.249" v="7" actId="14100"/>
          <ac:picMkLst>
            <pc:docMk/>
            <pc:sldMk cId="4287020993" sldId="256"/>
            <ac:picMk id="24" creationId="{8ED4DD3B-2391-902F-E73F-27B78BC2FE2B}"/>
          </ac:picMkLst>
        </pc:picChg>
      </pc:sldChg>
      <pc:sldChg chg="modSp">
        <pc:chgData name="LUCIANO DAVID CORREA" userId="S::e01513e@gasmig.com.br::91016846-1270-4955-bab2-6a69f09d6e93" providerId="AD" clId="Web-{1AF688E4-332E-4E98-B62C-6E8825FBCD3F}" dt="2026-02-06T17:07:51.298" v="14" actId="1076"/>
        <pc:sldMkLst>
          <pc:docMk/>
          <pc:sldMk cId="3039984121" sldId="257"/>
        </pc:sldMkLst>
        <pc:picChg chg="mod">
          <ac:chgData name="LUCIANO DAVID CORREA" userId="S::e01513e@gasmig.com.br::91016846-1270-4955-bab2-6a69f09d6e93" providerId="AD" clId="Web-{1AF688E4-332E-4E98-B62C-6E8825FBCD3F}" dt="2026-02-06T17:07:45.533" v="13" actId="1076"/>
          <ac:picMkLst>
            <pc:docMk/>
            <pc:sldMk cId="3039984121" sldId="257"/>
            <ac:picMk id="14" creationId="{AF2324EF-AE3D-D058-BD1B-EA5D6397D4AF}"/>
          </ac:picMkLst>
        </pc:picChg>
        <pc:picChg chg="mod">
          <ac:chgData name="LUCIANO DAVID CORREA" userId="S::e01513e@gasmig.com.br::91016846-1270-4955-bab2-6a69f09d6e93" providerId="AD" clId="Web-{1AF688E4-332E-4E98-B62C-6E8825FBCD3F}" dt="2026-02-06T17:07:51.298" v="14" actId="1076"/>
          <ac:picMkLst>
            <pc:docMk/>
            <pc:sldMk cId="3039984121" sldId="257"/>
            <ac:picMk id="19" creationId="{FCB16A46-B8AA-598C-F19E-27C5CFE3C48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E4EE72-5C5D-4D27-8B21-3C5BE508DDF7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AB1215-5F03-4765-8672-39A414EF24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2605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B1215-5F03-4765-8672-39A414EF24B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6639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415106-26CA-60AC-21C5-46CFDBC9F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1052E8-DCE9-B2DB-6A1D-7DA12605E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B3F1C3-8048-533B-E2AA-A0C7440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F3E0-40F2-4CCA-932A-B1A822A28FCC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A2FB56-1492-62E6-563F-E43E03686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EA2C7A-C3A1-68DC-ECDD-1474B24C8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B2CCA-5C2A-4CA5-9F26-2F713FBA24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3101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A41B8-811C-4724-0E88-50B92BEAD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19A0B5-3538-92B6-9045-B101943BD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C30C27-1288-FA44-0C35-1E8894071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F3E0-40F2-4CCA-932A-B1A822A28FCC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2A25D3-25D1-CDF0-36E1-75E41088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1FA063-9C47-05AC-3932-875A37AAA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B2CCA-5C2A-4CA5-9F26-2F713FBA24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12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5EA980-9A87-9623-5832-8C7316797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819EB3-5C35-B904-10CB-F80ABFBD7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48F21E-6F12-881D-0E58-8A1F9B96C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F3E0-40F2-4CCA-932A-B1A822A28FCC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CFFA94-7CA8-CA37-2FEF-75306B838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DE02E0-A301-5556-840F-982DD685A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B2CCA-5C2A-4CA5-9F26-2F713FBA24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43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4D121-2209-0F05-2C90-EA8C8050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E8F075-874F-91AF-62A8-71B5A569C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5E32650-9239-C6D3-E719-B77147ADA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227419-A72B-0FF1-79B2-5F460960F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F3E0-40F2-4CCA-932A-B1A822A28FCC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33725B-FC22-54ED-F3B4-57CFD5912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6ED852-4E4C-E33F-1219-7859B3EC7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B2CCA-5C2A-4CA5-9F26-2F713FBA24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609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22B72C-63E0-DB78-E014-A95551B57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B87041-CDC2-B372-C873-2DCFBBCEA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18CC35-228B-FA25-1925-DF4662511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B31A96-6CA5-7F64-3AD1-03F4D17FBB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0540CC2-7E24-604B-2656-AAE45D180A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16C1D9E-EED2-0D3D-7A0C-5160D30E6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F3E0-40F2-4CCA-932A-B1A822A28FCC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DF2A9A4-2DE9-FCEC-17D1-64A311AAA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8BBBA4D-8A2D-2CA4-E3B9-F980B9CAE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B2CCA-5C2A-4CA5-9F26-2F713FBA24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1852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AFA445-5DFB-73E9-7E5E-0F88ED6F5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CA36F2A-AAFD-2C28-AB3E-0C8E104C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F3E0-40F2-4CCA-932A-B1A822A28FCC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60B1120-C35A-31A2-F7E2-E207BA312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00FF035-9F16-A267-6B66-61AD22AED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B2CCA-5C2A-4CA5-9F26-2F713FBA24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0648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1E6EDDB-E5B5-E36F-DE7C-F2CD89BB5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F3E0-40F2-4CCA-932A-B1A822A28FCC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AA1609-AB1B-2827-2911-30D9CFC8B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38B760-2B7A-0827-9040-6A8DFDD37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B2CCA-5C2A-4CA5-9F26-2F713FBA24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1725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7EB6D-7DA2-D9C0-6DFE-349B75B58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7B7B5B-6A8C-C2A9-E3BE-41CE2DEC8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5B99CC6-C710-002A-514F-80BA8663F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28538F-4E67-2D6F-3584-419F0C74D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F3E0-40F2-4CCA-932A-B1A822A28FCC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38A4F9-AC4C-041E-5FD3-173C83A87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A9920E8-8A68-8D59-20E1-0E80530B1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B2CCA-5C2A-4CA5-9F26-2F713FBA24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0993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E859F-FD26-3665-1858-F19035E88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42B616A-A240-7F8F-4BED-D732DFDF95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F6F055C-CE11-DAA1-E012-ABEA84FFE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692B5A6-3746-0E73-FB94-6FCD27D3F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F3E0-40F2-4CCA-932A-B1A822A28FCC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7FDB27-CCC5-A913-BE33-FBF3A650E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0C80EE-A793-1538-AE38-766606E83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B2CCA-5C2A-4CA5-9F26-2F713FBA24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301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D0A6A4-828F-971F-393C-1A72407C8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27C620B-A817-1C86-8744-22E21A523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204756-87E0-AEBB-AC28-942530EA6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F3E0-40F2-4CCA-932A-B1A822A28FCC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B08F05-1516-3808-6541-5AE3E62AD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704E40-7914-6F6B-DCBB-05CF0B60E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B2CCA-5C2A-4CA5-9F26-2F713FBA24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039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F204631-AFA2-A992-A1E3-D688F59B4A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6F45088-480A-29F5-2ECC-4D1782E55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31ADAA-A78B-71E3-6BF0-942425BD4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F3E0-40F2-4CCA-932A-B1A822A28FCC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E9ECF8-6BB7-84EB-09B5-BA9939105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D79052-06B0-B2C9-8A78-D51573E1E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B2CCA-5C2A-4CA5-9F26-2F713FBA24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1424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1988678-E9D6-D531-C407-0FC04C84E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ED2F145-45CD-B120-C6B7-D2868682B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EC908D-1412-FDE3-0AE5-BA909FD020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0DF3E0-40F2-4CCA-932A-B1A822A28FCC}" type="datetimeFigureOut">
              <a:rPr lang="pt-BR" smtClean="0"/>
              <a:t>06/02/2026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FDF5CA-97E9-00D8-68F8-A6A6DE539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920611-4940-4D64-0CFD-C28E40BCD6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1B2CCA-5C2A-4CA5-9F26-2F713FBA24D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2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76A9E4A1-90AE-41EE-8463-96E46171A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577"/>
            <a:ext cx="12192000" cy="659684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0DDAB-1B49-F248-8A24-A596CA438072}"/>
              </a:ext>
            </a:extLst>
          </p:cNvPr>
          <p:cNvSpPr txBox="1"/>
          <p:nvPr/>
        </p:nvSpPr>
        <p:spPr>
          <a:xfrm>
            <a:off x="4902651" y="4633492"/>
            <a:ext cx="35530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>
                <a:highlight>
                  <a:srgbClr val="FFFF00"/>
                </a:highlight>
              </a:rPr>
              <a:t>Na primeira tela inserir uma apresentação do treinamento com descrição do curso e objetivos da capacitação (animação, </a:t>
            </a:r>
            <a:r>
              <a:rPr lang="pt-BR" sz="1200" dirty="0" err="1">
                <a:highlight>
                  <a:srgbClr val="FFFF00"/>
                </a:highlight>
              </a:rPr>
              <a:t>vídeo,etc</a:t>
            </a:r>
            <a:r>
              <a:rPr lang="pt-BR" sz="1200" dirty="0">
                <a:highlight>
                  <a:srgbClr val="FFFF00"/>
                </a:highlight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200" dirty="0">
                <a:highlight>
                  <a:srgbClr val="FFFF00"/>
                </a:highlight>
              </a:rPr>
              <a:t>* Antes de entrar em atividades, precisamos apresentar o conteúdo (animação </a:t>
            </a:r>
            <a:r>
              <a:rPr lang="pt-BR" sz="1200" dirty="0" err="1">
                <a:highlight>
                  <a:srgbClr val="FFFF00"/>
                </a:highlight>
              </a:rPr>
              <a:t>etc</a:t>
            </a:r>
            <a:r>
              <a:rPr lang="pt-BR" sz="1200" dirty="0">
                <a:highlight>
                  <a:srgbClr val="FFFF00"/>
                </a:highlight>
              </a:rPr>
              <a:t>).</a:t>
            </a:r>
          </a:p>
        </p:txBody>
      </p:sp>
      <p:pic>
        <p:nvPicPr>
          <p:cNvPr id="24" name="Imagem 23" descr="Diagrama&#10;&#10;O conteúdo gerado por IA pode estar incorreto.">
            <a:extLst>
              <a:ext uri="{FF2B5EF4-FFF2-40B4-BE49-F238E27FC236}">
                <a16:creationId xmlns:a16="http://schemas.microsoft.com/office/drawing/2014/main" id="{8ED4DD3B-2391-902F-E73F-27B78BC2F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352" y="4189649"/>
            <a:ext cx="3106746" cy="1648538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E015310F-E957-A488-079A-055718456C90}"/>
              </a:ext>
            </a:extLst>
          </p:cNvPr>
          <p:cNvSpPr txBox="1"/>
          <p:nvPr/>
        </p:nvSpPr>
        <p:spPr>
          <a:xfrm>
            <a:off x="8436954" y="4040987"/>
            <a:ext cx="2791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Tela de início do jogo</a:t>
            </a:r>
          </a:p>
        </p:txBody>
      </p:sp>
    </p:spTree>
    <p:extLst>
      <p:ext uri="{BB962C8B-B14F-4D97-AF65-F5344CB8AC3E}">
        <p14:creationId xmlns:p14="http://schemas.microsoft.com/office/powerpoint/2010/main" val="4287020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6981A-9ECA-E5B5-DD8D-952CC10CF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elular com publicação numa rede social&#10;&#10;O conteúdo gerado por IA pode estar incorreto.">
            <a:extLst>
              <a:ext uri="{FF2B5EF4-FFF2-40B4-BE49-F238E27FC236}">
                <a16:creationId xmlns:a16="http://schemas.microsoft.com/office/drawing/2014/main" id="{A3B94DB1-E134-BA93-EC59-3BB73B6CD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66323" cy="500868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6EA753F-1326-CF0D-39FA-91BE90ACE084}"/>
              </a:ext>
            </a:extLst>
          </p:cNvPr>
          <p:cNvSpPr txBox="1"/>
          <p:nvPr/>
        </p:nvSpPr>
        <p:spPr>
          <a:xfrm>
            <a:off x="6243144" y="2584874"/>
            <a:ext cx="3804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Nesta tela ainda será inserido as imagens e/ou animações, correto?</a:t>
            </a:r>
          </a:p>
        </p:txBody>
      </p:sp>
      <p:pic>
        <p:nvPicPr>
          <p:cNvPr id="14" name="Imagem 13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AF2324EF-AE3D-D058-BD1B-EA5D6397D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5871" y="1341145"/>
            <a:ext cx="3141108" cy="1781753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EE063A97-DFB8-271E-AB62-7AB364A6E044}"/>
              </a:ext>
            </a:extLst>
          </p:cNvPr>
          <p:cNvSpPr txBox="1"/>
          <p:nvPr/>
        </p:nvSpPr>
        <p:spPr>
          <a:xfrm>
            <a:off x="4770535" y="4014612"/>
            <a:ext cx="5390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Exemplo de tela de alguma ação do ou etapa do jogo</a:t>
            </a:r>
          </a:p>
        </p:txBody>
      </p:sp>
      <p:pic>
        <p:nvPicPr>
          <p:cNvPr id="19" name="Imagem 18" descr="Desenho de computador&#10;&#10;O conteúdo gerado por IA pode estar incorreto.">
            <a:extLst>
              <a:ext uri="{FF2B5EF4-FFF2-40B4-BE49-F238E27FC236}">
                <a16:creationId xmlns:a16="http://schemas.microsoft.com/office/drawing/2014/main" id="{FCB16A46-B8AA-598C-F19E-27C5CFE3C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7536" y="2015221"/>
            <a:ext cx="3162806" cy="178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984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3E9CA-C80E-CD8C-CF55-625D5AA3D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AD4FB8AC-E328-B183-8B45-4E607FA8C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6066"/>
            <a:ext cx="12192000" cy="608586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B6E72AD-374E-572E-7FFB-B899634840E6}"/>
              </a:ext>
            </a:extLst>
          </p:cNvPr>
          <p:cNvSpPr txBox="1"/>
          <p:nvPr/>
        </p:nvSpPr>
        <p:spPr>
          <a:xfrm>
            <a:off x="5538953" y="5339255"/>
            <a:ext cx="4834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Para evitar realização do treinamento apenas por tentativa e erro, inserir regra de ter que rever o material na terceira tentativa.</a:t>
            </a:r>
          </a:p>
        </p:txBody>
      </p:sp>
    </p:spTree>
    <p:extLst>
      <p:ext uri="{BB962C8B-B14F-4D97-AF65-F5344CB8AC3E}">
        <p14:creationId xmlns:p14="http://schemas.microsoft.com/office/powerpoint/2010/main" val="4020510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678EC-315C-EC89-1085-392437BE4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C37AFF3-2F11-BC7F-CBAE-44C3BEF9FAEB}"/>
              </a:ext>
            </a:extLst>
          </p:cNvPr>
          <p:cNvSpPr txBox="1"/>
          <p:nvPr/>
        </p:nvSpPr>
        <p:spPr>
          <a:xfrm>
            <a:off x="157316" y="654137"/>
            <a:ext cx="94881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pt-BR" dirty="0"/>
              <a:t>atividades são interativas, mas os quadros gráficos estão monótonos e cansativos.</a:t>
            </a:r>
          </a:p>
          <a:p>
            <a:pPr marL="342900" indent="-342900">
              <a:buAutoNum type="arabicPeriod"/>
            </a:pPr>
            <a:r>
              <a:rPr lang="pt-BR" dirty="0"/>
              <a:t>Falta algo que possa envolver o colaborador na realização e que possa manter a atenção no conteúdo</a:t>
            </a:r>
          </a:p>
          <a:p>
            <a:pPr marL="342900" indent="-342900">
              <a:buAutoNum type="arabicPeriod"/>
            </a:pPr>
            <a:r>
              <a:rPr lang="pt-BR" dirty="0"/>
              <a:t>Textos com letras pequenas</a:t>
            </a:r>
          </a:p>
          <a:p>
            <a:pPr marL="342900" indent="-342900">
              <a:buAutoNum type="arabicPeriod"/>
            </a:pPr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61584EC-1E5B-0BA2-D121-58E8EDC65831}"/>
              </a:ext>
            </a:extLst>
          </p:cNvPr>
          <p:cNvSpPr txBox="1"/>
          <p:nvPr/>
        </p:nvSpPr>
        <p:spPr>
          <a:xfrm>
            <a:off x="324465" y="207379"/>
            <a:ext cx="2133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AVALIAÇÃO GERAL:</a:t>
            </a:r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3A014149-24B8-51DD-D8EE-88C7FA331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0" y="3132221"/>
            <a:ext cx="3438531" cy="194139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6600BEC-B327-1719-105B-62962CE70FC9}"/>
              </a:ext>
            </a:extLst>
          </p:cNvPr>
          <p:cNvSpPr txBox="1"/>
          <p:nvPr/>
        </p:nvSpPr>
        <p:spPr>
          <a:xfrm>
            <a:off x="157316" y="2208891"/>
            <a:ext cx="32947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Inserir telas para iniciar cada módulos com explicação e novas diretrizes </a:t>
            </a:r>
          </a:p>
        </p:txBody>
      </p:sp>
      <p:pic>
        <p:nvPicPr>
          <p:cNvPr id="8" name="Imagem 7" descr="Uma imagem contendo edifício, lego, prédio público, janela&#10;&#10;O conteúdo gerado por IA pode estar incorreto.">
            <a:extLst>
              <a:ext uri="{FF2B5EF4-FFF2-40B4-BE49-F238E27FC236}">
                <a16:creationId xmlns:a16="http://schemas.microsoft.com/office/drawing/2014/main" id="{241E072F-95DC-2F8F-04DD-78CBA9F8C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099" y="1866660"/>
            <a:ext cx="4123635" cy="233672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9A20B75-4D86-C79D-93A7-64F4E928DCC9}"/>
              </a:ext>
            </a:extLst>
          </p:cNvPr>
          <p:cNvSpPr txBox="1"/>
          <p:nvPr/>
        </p:nvSpPr>
        <p:spPr>
          <a:xfrm>
            <a:off x="4360881" y="1524367"/>
            <a:ext cx="2735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Inserir gráficos interativos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D0E45BB7-8960-67EC-E0C4-1D68E4DF641F}"/>
              </a:ext>
            </a:extLst>
          </p:cNvPr>
          <p:cNvCxnSpPr>
            <a:cxnSpLocks/>
          </p:cNvCxnSpPr>
          <p:nvPr/>
        </p:nvCxnSpPr>
        <p:spPr>
          <a:xfrm>
            <a:off x="5996736" y="3713860"/>
            <a:ext cx="157316" cy="68909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727D331-8F46-7444-EC03-4455BA9E6EDC}"/>
              </a:ext>
            </a:extLst>
          </p:cNvPr>
          <p:cNvSpPr txBox="1"/>
          <p:nvPr/>
        </p:nvSpPr>
        <p:spPr>
          <a:xfrm>
            <a:off x="4062738" y="4203386"/>
            <a:ext cx="3867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Ex</a:t>
            </a:r>
            <a:r>
              <a:rPr lang="pt-BR" dirty="0"/>
              <a:t>: (tela de um vídeo (game) Jogador se dirigindo a uma tarefa.</a:t>
            </a:r>
          </a:p>
        </p:txBody>
      </p:sp>
      <p:pic>
        <p:nvPicPr>
          <p:cNvPr id="15" name="Imagem 14" descr="Ícone&#10;&#10;O conteúdo gerado por IA pode estar incorreto.">
            <a:extLst>
              <a:ext uri="{FF2B5EF4-FFF2-40B4-BE49-F238E27FC236}">
                <a16:creationId xmlns:a16="http://schemas.microsoft.com/office/drawing/2014/main" id="{B6EB6FED-9718-D1CF-5A54-824EEA62E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78" y="2097841"/>
            <a:ext cx="2834998" cy="1616019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172E183D-1F04-057D-3DB1-F0CBEB69D216}"/>
              </a:ext>
            </a:extLst>
          </p:cNvPr>
          <p:cNvSpPr txBox="1"/>
          <p:nvPr/>
        </p:nvSpPr>
        <p:spPr>
          <a:xfrm>
            <a:off x="8443768" y="1524367"/>
            <a:ext cx="2658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Ex</a:t>
            </a:r>
            <a:r>
              <a:rPr lang="pt-BR" dirty="0"/>
              <a:t> de uma que indica a próxima atividade</a:t>
            </a:r>
          </a:p>
        </p:txBody>
      </p:sp>
      <p:pic>
        <p:nvPicPr>
          <p:cNvPr id="21" name="Imagem 20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0510F0F7-6642-DA2A-0F4B-65B549DCB2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7467" y="4908713"/>
            <a:ext cx="2776362" cy="159041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AE645562-3C0D-6943-BF49-BE6B2074FC70}"/>
              </a:ext>
            </a:extLst>
          </p:cNvPr>
          <p:cNvSpPr txBox="1"/>
          <p:nvPr/>
        </p:nvSpPr>
        <p:spPr>
          <a:xfrm>
            <a:off x="8496694" y="4130118"/>
            <a:ext cx="30919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Interatividade com tela em que o jogador pode compartilhar o conhecimento ou o que está fazendo</a:t>
            </a:r>
          </a:p>
        </p:txBody>
      </p:sp>
      <p:pic>
        <p:nvPicPr>
          <p:cNvPr id="27" name="Imagem 26" descr="Tela de computador mostrando aplicativo de jogo sendo usado&#10;&#10;O conteúdo gerado por IA pode estar incorreto.">
            <a:extLst>
              <a:ext uri="{FF2B5EF4-FFF2-40B4-BE49-F238E27FC236}">
                <a16:creationId xmlns:a16="http://schemas.microsoft.com/office/drawing/2014/main" id="{B76C080B-9728-8478-1F89-5117913F89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644" y="5361317"/>
            <a:ext cx="2621618" cy="1489337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DEFA473E-6458-72A7-AFF3-053CE5A23275}"/>
              </a:ext>
            </a:extLst>
          </p:cNvPr>
          <p:cNvSpPr txBox="1"/>
          <p:nvPr/>
        </p:nvSpPr>
        <p:spPr>
          <a:xfrm>
            <a:off x="255644" y="5076350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Tipo de gráfico de tela</a:t>
            </a:r>
          </a:p>
        </p:txBody>
      </p:sp>
    </p:spTree>
    <p:extLst>
      <p:ext uri="{BB962C8B-B14F-4D97-AF65-F5344CB8AC3E}">
        <p14:creationId xmlns:p14="http://schemas.microsoft.com/office/powerpoint/2010/main" val="34084744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BB80A5510708644BB8CA278968156BC" ma:contentTypeVersion="11" ma:contentTypeDescription="Crie um novo documento." ma:contentTypeScope="" ma:versionID="63239b2976c87bc5a5c567c729a8bfac">
  <xsd:schema xmlns:xsd="http://www.w3.org/2001/XMLSchema" xmlns:xs="http://www.w3.org/2001/XMLSchema" xmlns:p="http://schemas.microsoft.com/office/2006/metadata/properties" xmlns:ns2="87b8cd18-c3cb-4517-8b40-4f8351e61615" xmlns:ns3="2a0d41ad-0f36-4844-b035-1d8c21066cab" targetNamespace="http://schemas.microsoft.com/office/2006/metadata/properties" ma:root="true" ma:fieldsID="05e6ca86e2ef236f5f3f0d445bdc1ce5" ns2:_="" ns3:_="">
    <xsd:import namespace="87b8cd18-c3cb-4517-8b40-4f8351e61615"/>
    <xsd:import namespace="2a0d41ad-0f36-4844-b035-1d8c21066c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b8cd18-c3cb-4517-8b40-4f8351e616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653f685a-286f-4bae-a3d4-d6d97309b3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0d41ad-0f36-4844-b035-1d8c21066ca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c0505ac-79cb-40b2-a5c3-a53fdc0f24a4}" ma:internalName="TaxCatchAll" ma:showField="CatchAllData" ma:web="2a0d41ad-0f36-4844-b035-1d8c21066c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7b8cd18-c3cb-4517-8b40-4f8351e61615">
      <Terms xmlns="http://schemas.microsoft.com/office/infopath/2007/PartnerControls"/>
    </lcf76f155ced4ddcb4097134ff3c332f>
    <TaxCatchAll xmlns="2a0d41ad-0f36-4844-b035-1d8c21066cab" xsi:nil="true"/>
  </documentManagement>
</p:properties>
</file>

<file path=customXml/itemProps1.xml><?xml version="1.0" encoding="utf-8"?>
<ds:datastoreItem xmlns:ds="http://schemas.openxmlformats.org/officeDocument/2006/customXml" ds:itemID="{55ACE85B-EFEE-402E-9EC7-2419743E3B6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F5F7F3-76FC-48B8-83EE-421C0E74CA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b8cd18-c3cb-4517-8b40-4f8351e61615"/>
    <ds:schemaRef ds:uri="2a0d41ad-0f36-4844-b035-1d8c21066c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B14BC0A-01A1-4A43-AD68-45B24F9AB1C2}">
  <ds:schemaRefs>
    <ds:schemaRef ds:uri="http://schemas.microsoft.com/office/2006/metadata/properties"/>
    <ds:schemaRef ds:uri="http://schemas.microsoft.com/office/infopath/2007/PartnerControls"/>
    <ds:schemaRef ds:uri="87b8cd18-c3cb-4517-8b40-4f8351e61615"/>
    <ds:schemaRef ds:uri="2a0d41ad-0f36-4844-b035-1d8c21066ca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189</Words>
  <Application>Microsoft Office PowerPoint</Application>
  <PresentationFormat>Widescreen</PresentationFormat>
  <Paragraphs>17</Paragraphs>
  <Slides>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5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GASMIG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LUCIANO DAVID CORREA</dc:creator>
  <cp:lastModifiedBy>LUCIANO DAVID CORREA</cp:lastModifiedBy>
  <cp:revision>14</cp:revision>
  <dcterms:created xsi:type="dcterms:W3CDTF">2026-02-04T18:42:02Z</dcterms:created>
  <dcterms:modified xsi:type="dcterms:W3CDTF">2026-02-06T17:07:56Z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0x010100ABB80A5510708644BB8CA278968156BC</vt:lpwstr>
  </property>
  <property fmtid="{D5CDD505-2E9C-101B-9397-08002B2CF9AE}" pid="3" name="MediaServiceImageTags">
    <vt:lpwstr/>
  </property>
</Properties>
</file>